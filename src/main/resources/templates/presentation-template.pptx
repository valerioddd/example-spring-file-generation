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9144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635000" y="635000"/>
            <a:ext cx="7874000" cy="3175000"/>
          </a:xfrm>
          <a:prstGeom prst="rect">
            <a:avLst/>
          </a:prstGeom>
          <a:solidFill>
            <a:srgbClr val="4682B4"/>
          </a:solidFill>
        </p:spPr>
        <p:txBody>
          <a:bodyPr anchor="t" rtlCol="false"/>
          <a:lstStyle/>
          <a:p>
            <a:pPr algn="ctr">
              <a:defRPr/>
            </a:pPr>
            <a:r>
              <a:rPr lang="en-US" sz="2000">
                <a:solidFill>
                  <a:srgbClr val="FFFFFF"/>
                </a:solidFill>
              </a:rPr>
              <a:t>[Immagine Copertina]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>
            <a:off x="635000" y="4445000"/>
            <a:ext cx="7874000" cy="1524000"/>
          </a:xfrm>
          <a:prstGeom prst="rect">
            <a:avLst/>
          </a:prstGeom>
          <a:solidFill>
            <a:srgbClr val="FFFFFF"/>
          </a:solidFill>
          <a:ln w="25400">
            <a:solidFill>
              <a:srgbClr val="4682B4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4400" b="true">
                <a:solidFill>
                  <a:srgbClr val="4682B4"/>
                </a:solidFill>
              </a:rPr>
              <a:t>{TITLE}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635000" y="381000"/>
            <a:ext cx="7874000" cy="76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="t" rtlCol="false"/>
          <a:lstStyle/>
          <a:p>
            <a:pPr algn="ctr">
              <a:defRPr/>
            </a:pPr>
            <a:r>
              <a:rPr lang="en-US" sz="3200" b="true">
                <a:solidFill>
                  <a:srgbClr val="333333"/>
                </a:solidFill>
              </a:rPr>
              <a:t>{CHART_TITLE}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>
            <a:off x="635000" y="1397000"/>
            <a:ext cx="2413000" cy="1905000"/>
          </a:xfrm>
          <a:prstGeom prst="rect">
            <a:avLst/>
          </a:prstGeom>
          <a:solidFill>
            <a:srgbClr val="F0F8FF"/>
          </a:solidFill>
          <a:ln w="25400">
            <a:solidFill>
              <a:srgbClr val="4682B4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800">
                <a:solidFill>
                  <a:srgbClr val="333333"/>
                </a:solidFill>
              </a:rPr>
              <a:t>{BOX1}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>
            <a:off x="3365500" y="1397000"/>
            <a:ext cx="2413000" cy="1905000"/>
          </a:xfrm>
          <a:prstGeom prst="rect">
            <a:avLst/>
          </a:prstGeom>
          <a:solidFill>
            <a:srgbClr val="F0F8FF"/>
          </a:solidFill>
          <a:ln w="25400">
            <a:solidFill>
              <a:srgbClr val="4682B4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800">
                <a:solidFill>
                  <a:srgbClr val="333333"/>
                </a:solidFill>
              </a:rPr>
              <a:t>{BOX2}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096000" y="1397000"/>
            <a:ext cx="2413000" cy="1905000"/>
          </a:xfrm>
          <a:prstGeom prst="rect">
            <a:avLst/>
          </a:prstGeom>
          <a:solidFill>
            <a:srgbClr val="F0F8FF"/>
          </a:solidFill>
          <a:ln w="25400">
            <a:solidFill>
              <a:srgbClr val="4682B4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800">
                <a:solidFill>
                  <a:srgbClr val="333333"/>
                </a:solidFill>
              </a:rPr>
              <a:t>{BOX3}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635000" y="3556000"/>
            <a:ext cx="7874000" cy="2794000"/>
          </a:xfrm>
          <a:prstGeom prst="rect">
            <a:avLst/>
          </a:prstGeom>
          <a:solidFill>
            <a:srgbClr val="F5F5F5"/>
          </a:solidFill>
          <a:ln w="25400">
            <a:solidFill>
              <a:srgbClr val="4682B4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2400">
                <a:solidFill>
                  <a:srgbClr val="808080"/>
                </a:solidFill>
              </a:rPr>
              <a:t>[Grafico]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635000" y="1016000"/>
            <a:ext cx="7874000" cy="10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="t" rtlCol="false"/>
          <a:lstStyle/>
          <a:p>
            <a:pPr algn="ctr">
              <a:defRPr/>
            </a:pPr>
            <a:r>
              <a:rPr lang="en-US" sz="4000" b="true">
                <a:solidFill>
                  <a:srgbClr val="4682B4"/>
                </a:solidFill>
              </a:rPr>
              <a:t>Grazie per l'attenzione!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>
            <a:off x="1270000" y="2794000"/>
            <a:ext cx="6604000" cy="25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="t" rtlCol="false"/>
          <a:lstStyle/>
          <a:p>
            <a:pPr algn="ctr">
              <a:defRPr/>
            </a:pPr>
            <a:r>
              <a:rPr lang="en-US" sz="2000">
                <a:solidFill>
                  <a:srgbClr val="333333"/>
                </a:solidFill>
              </a:rPr>
              <a:t>Questa presentazione è stata generata automaticamente.
Per ulteriori informazioni, contattaci all'indirizzo:
info@example.com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